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5C7F31-A16B-4DDB-B8D5-286D177D3A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769D96-EA84-4346-9A86-52C1901529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AE6393-2975-48D5-AD2E-D41645D9D1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00047D-9258-4D27-B2E7-740A61275F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FD931DF-E335-4720-A99E-5F4BF42810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D9FA85-C490-4EA6-B62A-0B4449AE41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FAA5B0C-142F-488E-92FD-DFA7A7254C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D7C3CA7-86B8-4110-9DCA-34E117F59A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DC62A4F-2026-422A-82BF-20DD39572C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8AF0B6E-4028-4D61-AA15-D696FC0EB8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C0D0F78-5DA4-4CE5-B142-59C882FB6D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42860C-DE4E-4238-A409-18F54040E5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005CE4-6CD4-41C3-8A66-42F5962385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1BFE7A-DBD8-4314-B941-E5033BC8E7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7482C0-F821-472B-92F0-FF2665DA82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6036BE-D196-46AF-95A9-E88B488C42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BD2990-4444-419B-A730-BFFA1B334D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E95C34-8CCA-4B0D-98E4-F2C0DA87E8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718756-9963-44EF-B69D-0573A42895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AEEFAB-F4BA-45A4-BFB3-818B5A8F4A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CB7F0-330C-43C0-8E59-6B89EDB0D4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2C09FD-F663-456D-9DF2-C71A807CE0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"/>
          <p:cNvGrpSpPr/>
          <p:nvPr/>
        </p:nvGrpSpPr>
        <p:grpSpPr>
          <a:xfrm>
            <a:off x="0" y="-108360"/>
            <a:ext cx="2120040" cy="10395000"/>
            <a:chOff x="0" y="-108360"/>
            <a:chExt cx="2120040" cy="10395000"/>
          </a:xfrm>
        </p:grpSpPr>
        <p:sp>
          <p:nvSpPr>
            <p:cNvPr id="68" name="Freeform 3"/>
            <p:cNvSpPr/>
            <p:nvPr/>
          </p:nvSpPr>
          <p:spPr>
            <a:xfrm>
              <a:off x="0" y="-108360"/>
              <a:ext cx="2120040" cy="10395000"/>
            </a:xfrm>
            <a:custGeom>
              <a:avLst/>
              <a:gdLst>
                <a:gd name="textAreaLeft" fmla="*/ 0 w 2120040"/>
                <a:gd name="textAreaRight" fmla="*/ 2120400 w 2120040"/>
                <a:gd name="textAreaTop" fmla="*/ 0 h 10395000"/>
                <a:gd name="textAreaBottom" fmla="*/ 10395360 h 10395000"/>
              </a:gdLst>
              <a:ahLst/>
              <a:rect l="textAreaLeft" t="textAreaTop" r="textAreaRight" b="textAreaBottom"/>
              <a:pathLst>
                <a:path w="328510" h="1610493">
                  <a:moveTo>
                    <a:pt x="0" y="0"/>
                  </a:moveTo>
                  <a:lnTo>
                    <a:pt x="328510" y="0"/>
                  </a:lnTo>
                  <a:lnTo>
                    <a:pt x="328510" y="1610493"/>
                  </a:lnTo>
                  <a:lnTo>
                    <a:pt x="0" y="1610493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9" name="TextBox 5"/>
          <p:cNvSpPr/>
          <p:nvPr/>
        </p:nvSpPr>
        <p:spPr>
          <a:xfrm>
            <a:off x="2514600" y="228600"/>
            <a:ext cx="14630400" cy="17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718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7000" spc="-1" strike="noStrike">
                <a:solidFill>
                  <a:srgbClr val="d7e02f"/>
                </a:solidFill>
                <a:latin typeface="Codec Pro ExtraBold"/>
                <a:ea typeface="Codec Pro ExtraBold"/>
              </a:rPr>
              <a:t>Frost Impressions of ACCESS-S2 Antarctic Sea Ice Forecast 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242640" y="9267840"/>
            <a:ext cx="15721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97"/>
              </a:lnSpc>
            </a:pPr>
            <a:r>
              <a:rPr b="0" lang="en-US" sz="1520" spc="63" strike="noStrike">
                <a:solidFill>
                  <a:srgbClr val="fdfbfb"/>
                </a:solidFill>
                <a:latin typeface="Codec Pro ExtraBold"/>
                <a:ea typeface="Codec Pro ExtraBold"/>
              </a:rPr>
              <a:t>AUSTRALIAN 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397"/>
              </a:lnSpc>
            </a:pPr>
            <a:r>
              <a:rPr b="0" lang="en-US" sz="1520" spc="63" strike="noStrike">
                <a:solidFill>
                  <a:srgbClr val="fdfbfb"/>
                </a:solidFill>
                <a:latin typeface="Codec Pro ExtraBold"/>
                <a:ea typeface="Codec Pro ExtraBold"/>
              </a:rPr>
              <a:t>ANTARCTIC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152640" y="9666360"/>
            <a:ext cx="175212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85"/>
              </a:lnSpc>
            </a:pPr>
            <a:r>
              <a:rPr b="0" lang="en-US" sz="860" spc="35" strike="noStrike">
                <a:solidFill>
                  <a:srgbClr val="d7e02f"/>
                </a:solidFill>
                <a:latin typeface="Codec Pro ExtraBold"/>
                <a:ea typeface="Codec Pro ExtraBold"/>
              </a:rPr>
              <a:t>RESEARCH CONFERENCE 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LibreOffice/24.2.6.2$Linux_X86_64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DAGTyy2CRoo</dc:identifier>
  <dc:language>en-US</dc:language>
  <cp:lastModifiedBy/>
  <dcterms:modified xsi:type="dcterms:W3CDTF">2024-10-25T16:35:40Z</dcterms:modified>
  <cp:revision>2</cp:revision>
  <dc:subject/>
  <dc:title>AARC Lightning Slide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